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CUE: Compare material from different periods. Ask whether shared wording reflects transmission, reuse or revision. Dates and the direction of borrowing need historical evidence.</a:t>
            </a:r>
          </a:p>
          <a:p/>
          <a:p>
            <a:r>
              <a:t>SAY: These two Lotus windows are close in the embedding index, but their longest exact shared sequence is only three Chinese characters. Retrieval gives us a pair to read; alignment shows where wording matches.</a:t>
            </a:r>
          </a:p>
          <a:p/>
          <a:p>
            <a:r>
              <a:t>BACKGROUND</a:t>
            </a:r>
          </a:p>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CUE: Compare material from different periods. Ask whether shared wording reflects transmission, reuse or revision. Dates and the direction of borrowing need historical evidence.</a:t>
            </a:r>
          </a:p>
          <a:p/>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CUE: Compare material from different periods. Ask whether shared wording reflects transmission, reuse or revision. Dates and the direction of borrowing need historical evidence.</a:t>
            </a:r>
          </a:p>
          <a:p/>
          <a:p>
            <a:r>
              <a:t>SAY: The worker can pull material together, suggest explanations we might want to examine, and propose a next search. These are possibilities for research. We inspect the cited passages and recorded checks before deciding what to pursue.</a:t>
            </a:r>
          </a:p>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p>
            <a:r>
              <a:t>DIAGRAM: This is a high-level workflow, not the Graph's edge vocabulary or a promise that every retrieved passage is saved. The researcher chooses what to pursue; opening a tab does not execute this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p>
            <a:r>
              <a:t>BACKGROUND READING: Hogan et al., Knowledge Graphs (2021), https://arxiv.org/abs/2003.02320; Daza et al., Inductive Entity Representations from Text via Link Prediction (2021), https://arxiv.org/abs/2010.03496.</a:t>
            </a:r>
          </a:p>
          <a:p/>
          <a:p>
            <a:r>
              <a:t>EXISTING CHECKS AND DECISIONS</a:t>
            </a:r>
          </a:p>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Material</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5" name="TextBox 4"/>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1" name="TextBox 10"/>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Purpose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5" name="TextBox 4"/>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7" name="TextBox 6"/>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From the abstract</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6" name="TextBox 5"/>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7" name="TextBox 6"/>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8" name="TextBox 7"/>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9" name="TextBox 8"/>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10" name="TextBox 9"/>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1" name="TextBox 10"/>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2" name="TextBox 11"/>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3" name="TextBox 12"/>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4" name="TextBox 13"/>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5" name="TextBox 14"/>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6" name="TextBox 15"/>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Five tabs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Chinese Buddhist texts over time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55F88"/>
                </a:solidFill>
                <a:latin typeface="Lato"/>
              </a:defRPr>
            </a:pPr>
            <a:r>
              <a:rPr>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Semantic analysis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4" name="TextBox 13"/>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4" name="TextBox 13"/>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53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057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58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findings.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0" y="3810000"/>
            <a:ext cx="161925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0750" y="3810000"/>
            <a:ext cx="171450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pic>
        <p:nvPicPr>
          <p:cNvPr id="6" name="Picture 5" descr="graph.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86775" y="2257425"/>
            <a:ext cx="1352550" cy="666750"/>
          </a:xfrm>
          <a:prstGeom prst="rect">
            <a:avLst/>
          </a:prstGeom>
          <a:noFill/>
        </p:spPr>
        <p:txBody>
          <a:bodyPr wrap="square" lIns="0" rIns="0" t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rIns="0" t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